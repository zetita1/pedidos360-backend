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s: "Somos Joshua Mardones y Sofía Troncoso. Pedidos360 es un sistema de pedidos cuya identidad vive en Microsoft Azure y cuyo tráfico entra por AWS. La idea central: el token JWT se valida en cada capa."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min: "El frontend, publicado en AWS Amplify, no guarda credenciales: con MSAL delega el login en Microsoft Entra External ID, que emite un JWT firmado con los roles. Cada llamada va al API Gateway de AWS con ese token; el gateway lo valida y recién ahí reenvía al EC2, donde corren el BFF y tres microservicios. Cada servicio vuelve a validar el token y exige el rol. El gateway decide quién eres; el microservicio, qué puedes hacer."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s: "Creamos un tenant externo de Microsoft Entra, la modalidad para clientes finales, porque permite autorregistro. A la izquierda, una usuaria: tipo de creación Cuenta local, o sea, se registró sola desde el frontend. A la derecha, su rol Administrador de pedidos. Los roles viven en el IDaaS, no en nuestra base de datos, y viajan en el token."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s: "Registramos dos aplicaciones. La API expone api://pedidos360-api con dos scopes, lectura y escritura, y define los tres roles. Ese identificador es la audiencia que valida AWS. El SPA está registrado como aplicación de página única, sin flujo implícito, con dos direcciones de retorno: la versión publicada en Amplify y localhost para desarrollo."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s: "El flujo de usuario define cómo se registra e inicia sesión la gente, y está asociado al SPA. Al presionar Ingresar, el usuario llega a esta pantalla, que es del IDaaS en ciamlogin.com, no nuestra. Aquí inicia sesión o crea su cuenta con Cree una. Si hay tiempo, crear una cuenta en vivo es la prueba más convincente."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min: "Usamos OpenID Connect con Authorization Code y PKCE, el flujo recomendado para SPA. Esta es la petición real: response_type=code, pedimos un código y no un token. MSAL genera un code verifier secreto y envía solo su hash, el code_challenge, con S256. Al canjear el código entrega el verifier: un código robado no sirve sin él. Además van state contra CSRF y nonce contra reutilización."
Si preguntan por qué no un client secret: un SPA es un cliente público; PKCE reemplaza el secreto por un valor que cambia en cada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s: "Como API Manager usamos Amazon API Gateway, un HTTP API publicado en la etapa por defecto. Tiene veintidós rutas explícitas, método y path, sin comodines. Cada recurso va a su microservicio: pedidos al 8081, productos al 8082, clientes al 8083. El BFF, en el 8080, solo sirve las vistas agregadas, como el tablero. La única ruta pública es /health."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min: "Todas las rutas, menos /health, tienen el autorizador JWT, configurado con el issuer de nuestro tenant y la audiencia de nuestra API. AWS descarga las claves públicas del IDaaS y verifica firma, emisor, audiencia y vencimiento. Si algo falla responde 401 y la petición nunca llega al EC2."
Hallazgo: Entra emitió el aud como client ID de la API y no como el App ID URI; aceptamos ambos identificadores de la misma API y ninguno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s: "El navegador solo deja que el frontend llame a otro dominio si ese dominio lo autoriza con CORS. Lo configuramos sin comodines: dos orígenes, el frontend publicado en Amplify y localhost para desarrollo; los cinco métodos que usamos y solo tres cabeceras, entre ellas authorization, que lleva el token."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min: "Recorrimos las veintidós rutas contra el gateway real: treinta y una verificaciones, todas correctas. Sin token, 401 del gateway. Con token, cada ruta llega a su microservicio y devuelve el JSON: 200, 201 al crear, 204 al borrar. Con un usuario sin rol, 403. La mejor prueba es crear un pedido, porque ms-pedidos reenvía el token a los otros servicios y ellos lo vuelven a validar."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s: "El frontend está publicado en AWS Amplify Hosting, que entrega HTTPS, obligatorio para las direcciones de retorno de Entra. Intentamos CloudFront, pero el laboratorio no lo permite. A la derecha, la aplicación en su URL pública con la usuaria administradora: el tablero trae los datos del backend a través del API Gateway."
Respaldo: si falla la red, la misma app corre en localhost:4200, que también está registrado en Entra y en CORS.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 + demo: "El backend corre en EC2; los cuatro servicios están en systemd y arrancan solos, y la IP elástica evita reconfigurar el gateway. A la derecha, la llamada del frontend publicado: 200 OK y el gateway devuelve Access-Control-Allow-Origin con la URL de Amplify. Frontend, gateway y backend integrados en la nube."
Demo: /health 200; productos sin token 401 ({"message":"Unauthorized"} viene del gateway); con token 200. TOKEN: DevTools → Network → llamada a execute-api → cabecera Authorization.
Antes de clase: Start Lab → encender la instancia → curl /health.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s: "En resumen: la identidad está delegada en Microsoft Entra External ID, que registra, autentica con PKCE y asigna roles. AWS API Gateway es el único punto de entrada, con rutas explícitas, JWT y CORS acotado. Y el token se valida en cada capa. ¿Preguntas?"
- ¿Por qué BFF si hay gateway? El gateway enruta y valida; el BFF compone el tablero en una sola llamada.
- ¿Por qué revalidar en el backend? Los puertos del EC2 son alcanzables; defensa en profundidad.
- ¿Dónde están los roles? En el claim roles del access token.
- ¿Si el token expira? MSAL lo renueva en silencio.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u\AppData\Local\Temp\claude\C--Users-joshu-Desktop-CloudDevRamo\d162bf51-ad36-4a2b-981d-7f5a95d9a76d\scratchpad\ppt\capas\s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858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Pedidos360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57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identidad en </a:t>
            </a:r>
            <a:pPr indent="0" marL="0">
              <a:buNone/>
            </a:pPr>
            <a:r>
              <a:rPr lang="en-US" sz="2600" b="1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</a:t>
            </a:r>
            <a:pPr indent="0" marL="0">
              <a:buNone/>
            </a:pPr>
            <a:r>
              <a:rPr lang="en-US" sz="26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, tráfico protegido en </a:t>
            </a:r>
            <a:pPr indent="0" marL="0">
              <a:buNone/>
            </a:pPr>
            <a:r>
              <a:rPr lang="en-US" sz="2600" b="1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43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+ MSAL en AWS Amplify · OAuth 2.0 / OIDC con PKCE · Microsoft Entra External ID · AWS API Gateway con JWT · Spring Boot en EC2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 rot="120000">
            <a:off x="7360920" y="777240"/>
            <a:ext cx="4206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 rot="-240000">
            <a:off x="9052560" y="621792"/>
            <a:ext cx="868680" cy="274320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 rot="120000">
            <a:off x="7635240" y="932688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Evaluación Parcial N°2 · Presentación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Asignatura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Cloud Native I (DSY1107)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005V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Profesor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Ricardo Alberto Aravena Videla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Integrantes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Joshua Mardones · Sofía Troncoso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52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Entra External ID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JWT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API Gateway + EC2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Duoc UC · 21 de septiembre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 + AWS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Cómo viaja el token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IDaaS emite el JWT, el API Gateway lo exige y cada microservicio lo vuelve a validar</a:t>
            </a:r>
            <a:endParaRPr lang="en-US" sz="1300" dirty="0"/>
          </a:p>
        </p:txBody>
      </p:sp>
      <p:pic>
        <p:nvPicPr>
          <p:cNvPr id="6" name="Image 0" descr="C:\Users\joshu\AppData\Local\Temp\claude\C--Users-joshu-Desktop-CloudDevRamo\d162bf51-ad36-4a2b-981d-7f5a95d9a76d\scratchpad\ppt\capas\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Frontend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+ MSAL · publicado en AWS Amplify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Entra External ID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3865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usuarios, roles y emisión del JWT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4087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API Gateway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4581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rutas · validación JWT · CORS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EC2 · Spring Boot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BFF · pedidos · productos · clientes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cada servicio revalida el JWT y exige el rol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2461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login + PKCE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JWT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617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Bearer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rot="72000">
            <a:off x="731520" y="5349240"/>
            <a:ext cx="3840480" cy="914400"/>
          </a:xfrm>
          <a:prstGeom prst="rect">
            <a:avLst/>
          </a:prstGeom>
          <a:solidFill>
            <a:srgbClr val="FFEB7A"/>
          </a:solidFill>
          <a:ln w="12700">
            <a:solidFill>
              <a:srgbClr val="FFEB7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 rot="72000">
            <a:off x="896112" y="5458968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Idea fuerza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gateway: QUIÉN eres (401) · microservicio: QUÉ puedes (403)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 · Entra External ID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Tenant IDaaS con usuarios y roles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pedidos360duocuc.onmicrosoft.com · tenant externo con autorregistro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crea el tenant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72000">
            <a:off x="704088" y="1801368"/>
            <a:ext cx="5907024" cy="2830001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z-12-usua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777240" y="1874520"/>
            <a:ext cx="5760720" cy="268369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52000">
            <a:off x="3246120" y="169164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2000">
            <a:off x="6830568" y="1938528"/>
            <a:ext cx="4855464" cy="2366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C:\Users\joshu\Desktop\CloudDevRamo\docs\evidencia\az-13-rol-sof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">
            <a:off x="6903720" y="2011680"/>
            <a:ext cx="4709160" cy="222003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-108000">
            <a:off x="8846820" y="182880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pic>
        <p:nvPicPr>
          <p:cNvPr id="14" name="Image 2" descr="C:\Users\joshu\AppData\Local\Temp\claude\C--Users-joshu-Desktop-CloudDevRamo\d162bf51-ad36-4a2b-981d-7f5a95d9a76d\scratchpad\ppt\capas\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-90000">
            <a:off x="7223760" y="4572000"/>
            <a:ext cx="4114800" cy="1463040"/>
          </a:xfrm>
          <a:prstGeom prst="rect">
            <a:avLst/>
          </a:prstGeom>
          <a:solidFill>
            <a:srgbClr val="CFE5FA"/>
          </a:solidFill>
          <a:ln w="12700">
            <a:solidFill>
              <a:srgbClr val="CFE5F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 rot="-90000">
            <a:off x="7388352" y="4681728"/>
            <a:ext cx="37856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Mostrar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"Cuenta local": se registró sola.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Rol "Administrador de pedidos".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4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 · Entra External ID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La API expone, el SPA consume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Scopes y roles en pedidos360-api · redirect URIs en pedidos360-spa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registra la 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60000">
            <a:off x="704088" y="1801368"/>
            <a:ext cx="5541264" cy="265478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z-04-api-ambitos-expues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777240" y="1874520"/>
            <a:ext cx="5394960" cy="250848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40000">
            <a:off x="3063240" y="169164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2000">
            <a:off x="6419088" y="1892808"/>
            <a:ext cx="5266944" cy="2494383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C:\Users\joshu\Desktop\CloudDevRamo\docs\evidencia\az-15-redirect-ampl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">
            <a:off x="6492240" y="1965960"/>
            <a:ext cx="5120640" cy="234807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-108000">
            <a:off x="8641080" y="178308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pic>
        <p:nvPicPr>
          <p:cNvPr id="14" name="Image 2" descr="C:\Users\joshu\AppData\Local\Temp\claude\C--Users-joshu-Desktop-CloudDevRamo\d162bf51-ad36-4a2b-981d-7f5a95d9a76d\scratchpad\ppt\capas\s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-90000">
            <a:off x="6949440" y="4572000"/>
            <a:ext cx="4389120" cy="1508760"/>
          </a:xfrm>
          <a:prstGeom prst="rect">
            <a:avLst/>
          </a:prstGeom>
          <a:solidFill>
            <a:srgbClr val="CFE5FA"/>
          </a:solidFill>
          <a:ln w="12700">
            <a:solidFill>
              <a:srgbClr val="CFE5F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 rot="-90000">
            <a:off x="7114032" y="4681728"/>
            <a:ext cx="40599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Mostrar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api://pedidos360-api = la audience que valida AWS.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Redirect: Amplify (nube) y localhost.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5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 · Entra External ID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Registro e inicio de sesión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pedidos360-registro-e-ingreso, asociado al SPA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flujo de usuario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48000">
            <a:off x="704088" y="1755648"/>
            <a:ext cx="7461504" cy="405106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z-14-pantalla-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">
            <a:off x="777240" y="1828800"/>
            <a:ext cx="7315200" cy="390476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28000">
            <a:off x="4023360" y="164592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pic>
        <p:nvPicPr>
          <p:cNvPr id="11" name="Image 1" descr="C:\Users\joshu\AppData\Local\Temp\claude\C--Users-joshu-Desktop-CloudDevRamo\d162bf51-ad36-4a2b-981d-7f5a95d9a76d\scratchpad\ppt\capas\s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120000">
            <a:off x="8503920" y="2103120"/>
            <a:ext cx="3108960" cy="2194560"/>
          </a:xfrm>
          <a:prstGeom prst="rect">
            <a:avLst/>
          </a:prstGeom>
          <a:solidFill>
            <a:srgbClr val="FFEB7A"/>
          </a:solidFill>
          <a:ln w="12700">
            <a:solidFill>
              <a:srgbClr val="FFEB7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120000">
            <a:off x="8668512" y="2212848"/>
            <a:ext cx="277977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Mostrar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La página es del IDaaS (ciamlogin.com), no nuestra.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"Cree una" = autorregistro.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6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Azure · Entra External ID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Authorization Code con PKCE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Petición real /authorize en DevTools → Network → Payload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15%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Auth Code + PKCE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36000">
            <a:off x="704088" y="1709928"/>
            <a:ext cx="7644384" cy="39995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pp-05-pk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">
            <a:off x="777240" y="1783080"/>
            <a:ext cx="7498080" cy="38532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16000">
            <a:off x="4114800" y="1600200"/>
            <a:ext cx="822960" cy="246888"/>
          </a:xfrm>
          <a:prstGeom prst="rect">
            <a:avLst/>
          </a:prstGeom>
          <a:solidFill>
            <a:srgbClr val="8EC3F0">
              <a:alpha val="75000"/>
            </a:srgbClr>
          </a:solidFill>
          <a:ln w="12700">
            <a:solidFill>
              <a:srgbClr val="8EC3F0">
                <a:alpha val="0"/>
              </a:srgbClr>
            </a:solidFill>
            <a:prstDash val="solid"/>
          </a:ln>
        </p:spPr>
      </p:sp>
      <p:pic>
        <p:nvPicPr>
          <p:cNvPr id="11" name="Image 1" descr="C:\Users\joshu\AppData\Local\Temp\claude\C--Users-joshu-Desktop-CloudDevRamo\d162bf51-ad36-4a2b-981d-7f5a95d9a76d\scratchpad\ppt\capas\s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120000">
            <a:off x="8686800" y="2011680"/>
            <a:ext cx="2926080" cy="2743200"/>
          </a:xfrm>
          <a:prstGeom prst="rect">
            <a:avLst/>
          </a:prstGeom>
          <a:solidFill>
            <a:srgbClr val="CFE5FA"/>
          </a:solidFill>
          <a:ln w="12700">
            <a:solidFill>
              <a:srgbClr val="CFE5F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120000">
            <a:off x="8851392" y="2121408"/>
            <a:ext cx="25968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Señalar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response_type = code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code_challenge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method = S256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state · nonce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 · API Gateway + EC2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API Manager: 22 rutas explícitas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API pedidos360-api · cada ruta a su microservicio, sin comodines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13%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rutas del API Manager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48000">
            <a:off x="704088" y="1755648"/>
            <a:ext cx="7461504" cy="35396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ws-07-autorizador-en-ru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">
            <a:off x="777240" y="1828800"/>
            <a:ext cx="7315200" cy="33933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28000">
            <a:off x="4023360" y="1645920"/>
            <a:ext cx="822960" cy="246888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pic>
        <p:nvPicPr>
          <p:cNvPr id="11" name="Image 1" descr="C:\Users\joshu\AppData\Local\Temp\claude\C--Users-joshu-Desktop-CloudDevRamo\d162bf51-ad36-4a2b-981d-7f5a95d9a76d\scratchpad\ppt\capas\s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120000">
            <a:off x="8503920" y="2011680"/>
            <a:ext cx="3108960" cy="2834640"/>
          </a:xfrm>
          <a:prstGeom prst="rect">
            <a:avLst/>
          </a:prstGeom>
          <a:solidFill>
            <a:srgbClr val="FFD9A3"/>
          </a:solidFill>
          <a:ln w="12700">
            <a:solidFill>
              <a:srgbClr val="FFD9A3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120000">
            <a:off x="8668512" y="2121408"/>
            <a:ext cx="277977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Rutas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BFF :8080 → 2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pedidos :8081 → 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productos :8082 → 6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clientes :8083 → 5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/health pública → 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8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 · API Gateway + EC2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Autorizador JWT en cada ruta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firma, emisor, audiencia y vencimiento antes de llegar al EC2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validación JWT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48000">
            <a:off x="704088" y="1755648"/>
            <a:ext cx="7461504" cy="323734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ws-06-autorizador-jw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">
            <a:off x="777240" y="1828800"/>
            <a:ext cx="7315200" cy="309103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28000">
            <a:off x="4023360" y="1645920"/>
            <a:ext cx="822960" cy="246888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pic>
        <p:nvPicPr>
          <p:cNvPr id="11" name="Image 1" descr="C:\Users\joshu\AppData\Local\Temp\claude\C--Users-joshu-Desktop-CloudDevRamo\d162bf51-ad36-4a2b-981d-7f5a95d9a76d\scratchpad\ppt\capas\s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120000">
            <a:off x="8503920" y="2011680"/>
            <a:ext cx="3108960" cy="2834640"/>
          </a:xfrm>
          <a:prstGeom prst="rect">
            <a:avLst/>
          </a:prstGeom>
          <a:solidFill>
            <a:srgbClr val="FFD9A3"/>
          </a:solidFill>
          <a:ln w="12700">
            <a:solidFill>
              <a:srgbClr val="FFD9A3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120000">
            <a:off x="8668512" y="2121408"/>
            <a:ext cx="277977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Decir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issuer = nuestro tenant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audience = nuestra API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21 de 22 rutas lo usan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token malo → 401 de AWS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9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 · API Gateway + EC2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CORS sin comodines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los dos orígenes del frontend, cinco métodos y tres cabeceras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configura CORS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48000">
            <a:off x="704088" y="1755648"/>
            <a:ext cx="7461504" cy="29949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ws-09-c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">
            <a:off x="777240" y="1828800"/>
            <a:ext cx="7315200" cy="28486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28000">
            <a:off x="4023360" y="1645920"/>
            <a:ext cx="822960" cy="246888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pic>
        <p:nvPicPr>
          <p:cNvPr id="11" name="Image 1" descr="C:\Users\joshu\AppData\Local\Temp\claude\C--Users-joshu-Desktop-CloudDevRamo\d162bf51-ad36-4a2b-981d-7f5a95d9a76d\scratchpad\ppt\capas\s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120000">
            <a:off x="8503920" y="2011680"/>
            <a:ext cx="3108960" cy="2468880"/>
          </a:xfrm>
          <a:prstGeom prst="rect">
            <a:avLst/>
          </a:prstGeom>
          <a:solidFill>
            <a:srgbClr val="FFEB7A"/>
          </a:solidFill>
          <a:ln w="12700">
            <a:solidFill>
              <a:srgbClr val="FFEB7A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120000">
            <a:off x="8668512" y="2121408"/>
            <a:ext cx="277977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¿Por qué no "*"?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Cualquier sitio podría llamar a la API desde el navegador del usuario.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Cada ruta probada contra AWS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probar-rutas.sh con un token real de Entra External 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15%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evidencia de rutas</a:t>
            </a:r>
            <a:endParaRPr lang="en-US" sz="1250" dirty="0"/>
          </a:p>
        </p:txBody>
      </p:sp>
      <p:pic>
        <p:nvPicPr>
          <p:cNvPr id="8" name="Image 0" descr="C:\Users\joshu\AppData\Local\Temp\claude\C--Users-joshu-Desktop-CloudDevRamo\d162bf51-ad36-4a2b-981d-7f5a95d9a76d\scratchpad\ppt\capas\s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21031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31 / 31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verificaciones correctas · 22 de 22 rutas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011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401   </a:t>
            </a:r>
            <a:pPr indent="0" marL="0">
              <a:buNone/>
            </a:pPr>
            <a:r>
              <a:rPr lang="en-US" sz="15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corta el API Gateway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697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200 · 201 · 204   </a:t>
            </a:r>
            <a:pPr indent="0" marL="0">
              <a:buNone/>
            </a:pPr>
            <a:r>
              <a:rPr lang="en-US" sz="15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microservicio responde con JSON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383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403   </a:t>
            </a:r>
            <a:pPr indent="0" marL="0">
              <a:buNone/>
            </a:pPr>
            <a:r>
              <a:rPr lang="en-US" sz="15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válido, pero falta el rol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 rot="-72000">
            <a:off x="6309360" y="4343400"/>
            <a:ext cx="4937760" cy="1371600"/>
          </a:xfrm>
          <a:prstGeom prst="rect">
            <a:avLst/>
          </a:prstGeom>
          <a:solidFill>
            <a:srgbClr val="CDEFD9"/>
          </a:solidFill>
          <a:ln w="12700">
            <a:solidFill>
              <a:srgbClr val="CDEFD9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 rot="-72000">
            <a:off x="6473952" y="4453128"/>
            <a:ext cx="46085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Mejor prueba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POST /pedidos → 201: el token se reenvía a otros servicios y se revalida.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 · API Gateway + EC2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Frontend publicado en AWS Amplify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https://main.d1pem9n2nc75cz.amplifyapp.com · HTTPS, requisito de Entra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frontend en la nube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72000">
            <a:off x="704088" y="1801368"/>
            <a:ext cx="5266944" cy="2191323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ws-12-amplify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777240" y="1874520"/>
            <a:ext cx="5120640" cy="204501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52000">
            <a:off x="2926080" y="1691640"/>
            <a:ext cx="822960" cy="246888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0000">
            <a:off x="6190488" y="1801368"/>
            <a:ext cx="5495544" cy="29428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C:\Users\joshu\Desktop\CloudDevRamo\docs\evidencia\app-06-frontend-en-ampl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6263640" y="1874520"/>
            <a:ext cx="5349240" cy="27965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-120000">
            <a:off x="8526780" y="1691640"/>
            <a:ext cx="822960" cy="246888"/>
          </a:xfrm>
          <a:prstGeom prst="rect">
            <a:avLst/>
          </a:prstGeom>
          <a:solidFill>
            <a:srgbClr val="E9DDB5">
              <a:alpha val="75000"/>
            </a:srgbClr>
          </a:solidFill>
          <a:ln w="12700">
            <a:solidFill>
              <a:srgbClr val="E9DDB5">
                <a:alpha val="0"/>
              </a:srgbClr>
            </a:solidFill>
            <a:prstDash val="solid"/>
          </a:ln>
        </p:spPr>
      </p:sp>
      <p:pic>
        <p:nvPicPr>
          <p:cNvPr id="14" name="Image 2" descr="C:\Users\joshu\AppData\Local\Temp\claude\C--Users-joshu-Desktop-CloudDevRamo\d162bf51-ad36-4a2b-981d-7f5a95d9a76d\scratchpad\ppt\capas\s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-90000">
            <a:off x="868680" y="4480560"/>
            <a:ext cx="4480560" cy="1463040"/>
          </a:xfrm>
          <a:prstGeom prst="rect">
            <a:avLst/>
          </a:prstGeom>
          <a:solidFill>
            <a:srgbClr val="FFD9A3"/>
          </a:solidFill>
          <a:ln w="12700">
            <a:solidFill>
              <a:srgbClr val="FFD9A3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 rot="-90000">
            <a:off x="1033272" y="4590288"/>
            <a:ext cx="41513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En vivo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Abrir la URL de Amplify, iniciar sesión y mostrar el tablero.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AWS · API Gateway + EC2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Backend en EC2, todo integrado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t3.medium con IP elástica · el frontend solo conoce la URL del API Gateway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23576" y="40233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188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pauta: backend en la nube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-72000">
            <a:off x="704088" y="1801368"/>
            <a:ext cx="5266944" cy="24977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C:\Users\joshu\Desktop\CloudDevRamo\docs\evidencia\aws-02-ec2-insta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777240" y="1874520"/>
            <a:ext cx="5120640" cy="23514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-252000">
            <a:off x="2926080" y="1691640"/>
            <a:ext cx="822960" cy="246888"/>
          </a:xfrm>
          <a:prstGeom prst="rect">
            <a:avLst/>
          </a:prstGeom>
          <a:solidFill>
            <a:srgbClr val="FFC46B">
              <a:alpha val="75000"/>
            </a:srgbClr>
          </a:solidFill>
          <a:ln w="12700">
            <a:solidFill>
              <a:srgbClr val="FFC46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0000">
            <a:off x="6190488" y="1801368"/>
            <a:ext cx="5495544" cy="287181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88900" dist="381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C:\Users\joshu\Desktop\CloudDevRamo\docs\evidencia\app-07-network-desde-ampl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6263640" y="1874520"/>
            <a:ext cx="5349240" cy="272551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-120000">
            <a:off x="8526780" y="1691640"/>
            <a:ext cx="822960" cy="246888"/>
          </a:xfrm>
          <a:prstGeom prst="rect">
            <a:avLst/>
          </a:prstGeom>
          <a:solidFill>
            <a:srgbClr val="E9DDB5">
              <a:alpha val="75000"/>
            </a:srgbClr>
          </a:solidFill>
          <a:ln w="12700">
            <a:solidFill>
              <a:srgbClr val="E9DDB5">
                <a:alpha val="0"/>
              </a:srgbClr>
            </a:solidFill>
            <a:prstDash val="solid"/>
          </a:ln>
        </p:spPr>
      </p:sp>
      <p:pic>
        <p:nvPicPr>
          <p:cNvPr id="14" name="Image 2" descr="C:\Users\joshu\AppData\Local\Temp\claude\C--Users-joshu-Desktop-CloudDevRamo\d162bf51-ad36-4a2b-981d-7f5a95d9a76d\scratchpad\ppt\capas\s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4754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$URL/health</a:t>
            </a:r>
            <a:pPr indent="0" marL="0">
              <a:buNone/>
            </a:pPr>
            <a:r>
              <a:rPr lang="en-US" sz="1200" b="1" dirty="0">
                <a:solidFill>
                  <a:srgbClr val="7EE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200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" y="5212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$URL/api/v1/productos</a:t>
            </a:r>
            <a:pPr indent="0" marL="0">
              <a:buNone/>
            </a:pPr>
            <a:r>
              <a:rPr lang="en-US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401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005840" y="56692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-H "Authorization: Bearer $TOKEN" …</a:t>
            </a:r>
            <a:pPr indent="0" marL="0">
              <a:buNone/>
            </a:pPr>
            <a:r>
              <a:rPr lang="en-US" sz="1200" b="1" dirty="0">
                <a:solidFill>
                  <a:srgbClr val="7EE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200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 rot="90000">
            <a:off x="7223760" y="4709160"/>
            <a:ext cx="4114800" cy="1371600"/>
          </a:xfrm>
          <a:prstGeom prst="rect">
            <a:avLst/>
          </a:prstGeom>
          <a:solidFill>
            <a:srgbClr val="FFD9A3"/>
          </a:solidFill>
          <a:ln w="12700">
            <a:solidFill>
              <a:srgbClr val="FFD9A3"/>
            </a:solidFill>
            <a:prstDash val="solid"/>
          </a:ln>
          <a:effectLst>
            <a:outerShdw sx="100000" sy="100000" kx="0" ky="0" algn="bl" rotWithShape="0" blurRad="101600" dist="50800" dir="300000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 rot="90000">
            <a:off x="7388352" y="4818888"/>
            <a:ext cx="3785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1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Señalar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E2A1E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200 OK y Access-Control-Allow-Origin = Amplify.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6419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13 / 13</a:t>
            </a:r>
            <a:endParaRPr lang="en-US" sz="1100" dirty="0"/>
          </a:p>
        </p:txBody>
      </p:sp>
      <p:pic>
        <p:nvPicPr>
          <p:cNvPr id="3" name="Image 0" descr="C:\Users\joshu\AppData\Local\Temp\claude\C--Users-joshu-Desktop-CloudDevRamo\d162bf51-ad36-4a2b-981d-7f5a95d9a76d\scratchpad\ppt\capas\s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1B2B4B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En resumen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758952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105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63B1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Identidad delegada  </a:t>
            </a:r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registra, autentica con PKCE y asigna los roles.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58952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6791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F0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Un solo punto de entrada  </a:t>
            </a:r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API Gateway: 22 rutas, JWT y CORS acotado.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5478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8A57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Nadie confía a ciegas  </a:t>
            </a:r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token se valida en cada capa.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dirty="0">
                <a:solidFill>
                  <a:srgbClr val="D6453D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¿Preguntas?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Pedidos360 - EP2 Desarrollo Cloud Native I</dc:title>
  <dc:subject>PptxGenJS Presentation</dc:subject>
  <dc:creator>Joshua Mardones, Sofía Troncoso</dc:creator>
  <cp:lastModifiedBy>Joshua Mardones, Sofía Troncoso</cp:lastModifiedBy>
  <cp:revision>1</cp:revision>
  <dcterms:created xsi:type="dcterms:W3CDTF">2026-09-21T07:26:27Z</dcterms:created>
  <dcterms:modified xsi:type="dcterms:W3CDTF">2026-09-21T07:26:27Z</dcterms:modified>
</cp:coreProperties>
</file>